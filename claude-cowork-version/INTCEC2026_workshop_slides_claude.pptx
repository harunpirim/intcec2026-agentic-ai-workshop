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Claude-based variant. 20 min concepts, 40 min hands-on: attendees run a three-stage research pipeline inside Claude Cowork (or Claude Code) — no API keys, no notebooks.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trajectory in 2 minutes. The frontier is composing agents into systems — what attendees do today inside Cowork.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definition as ever: LLM + tools + memory in a loop. In Cowork the loop is visible — Claude shows its plan, tool calls, and files as it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Grounding and execution are the contrast. In Cowork the outputs are actual files on disk — documents, figures, spreadsheets — not chat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Tool-agnostic framing: concepts transfer both ways. We use Claude today because the whole room can be running agents in 3 minutes; the open-source route is the free/private alternative — materials for it exist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Cowork ships on every paid Claude plan (Pro and up), desktop app on macOS and Windows. Emphasize composability — this is what 'agentic AI as a system' means in this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slide. In Cowork the pipeline lives in one session: the literature table, dataset, analysis, and draft accumulate in a connected folder, and Claude carries context across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shift where your time goes — from producing to verifying. The failure modes are why the pipeline ends with a human verification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Faculty slide. IEEE: disclosure of AI-generated text required, AI can't be an author — verify current policy at submission. On privacy, direct people to their plan's actual data-use terms rather than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attendees paste prepared prompts from the handout, then personalize. Outputs are real files in their workshop folder — that's the wow moment vs.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up during transition. Cowork requires a paid plan (Pro and up) — the pre-workshop email told attendees; pairing is the fallback. Claude Code users can follow the same handout in a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Timeboxes are hard sync points. Cowork tasks run for minutes at a time — use the waiting time for discussion, that's a feature of this format.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'start small': one verifiable stage first. Point to docs.claude.com for skills, connectors, and Claude Code; handout has the full link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as a System for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Research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workshop with Claude Cowork &amp; Claude Code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47640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4663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Harun Pirim  ·  INTCEC 2026, Chicago  ·  September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chatbots to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parametric memory. No tools, no verification.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30168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2023–24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30168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tool use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30168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call search, code, APIs. Answers become grounded.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4496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83096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3096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83096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Codex, Gemini CLI: multi-step loops that plan, act, iterate.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07424" y="18288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33602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36024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36024" y="30632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specialized agents composed into pipelines — this workshop.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from asking a model questions to delegating tasks it completes with tools.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agent: the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20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8872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34840" y="1920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0916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0916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/ write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920240"/>
            <a:ext cx="301752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21214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6700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77640" y="2423160"/>
            <a:ext cx="41148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0" y="2423160"/>
            <a:ext cx="41148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task is done — or the agent decides to stop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545482"/>
            <a:ext cx="281635" cy="281635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76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50876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engine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1772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362" y="4545482"/>
            <a:ext cx="281635" cy="28163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0352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530352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search, code sandbox, files, connectors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8412480" y="44348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4545482"/>
            <a:ext cx="281635" cy="28163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98280" y="4416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9098280" y="48006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+ intermediate results carried across steps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= LLM + tools + memory, run in a loop with a goal.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workflow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copy-paste context in, answers out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may be fabricated (no grounding)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run your analysis or check its own claims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mediated by you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workflow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live sources — citations come with links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AND executes analysis code, sees errors, retries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steps: search → analyze → draft — and saves real files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supervise checkpoints instead of doing every step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landscape — two routes 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agentic tools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645920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polished, subscription-priced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/ Claude Code (Anthropic)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(OpenAI) · Gemini CLI (Google)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loop, tools, sandboxing built in — near-zero setup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want results, not plumbing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737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101" y="18580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frameworks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360920" y="21214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inspectable, provider-agnostic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67512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 (Hugging Face) — minimal, code-first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explicit graphs, production control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— role-based agent teams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(Microsoft) — conversational multi-agent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any model: free API tiers or local via Ollama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underneath. Today's hands-on uses Claude — zero setup beyond the app and a paid plan.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Claude agent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664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(desktop app)   ← today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868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with file access + a sandboxed computer: plans, runs code, creates real documents. No terminal needed — our tool today.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0" y="166420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(terminal)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21488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for developers: scriptable, git-native, CI-friendly. Everything today transfers directly.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767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subagents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procedures Claude loads on demand; specialist agents it can delegate to mid-task.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5661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37673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(MCP)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42519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links to your tools — Drive, Slack, GitHub, databases, literature APIs — so agents work on YOUR data.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account, one loop — the pieces compose: skills define procedures, connectors supply data, subagents divide the work.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view: a research pipeline of agents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63040" y="2331720"/>
            <a:ext cx="566928" cy="566928"/>
          </a:xfrm>
          <a:prstGeom prst="ellipse">
            <a:avLst/>
          </a:prstGeom>
          <a:solidFill>
            <a:srgbClr val="2A3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45973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agent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live sources,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&amp; synthesizes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990088" y="3063240"/>
            <a:ext cx="36576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9" name="Shape 6"/>
          <p:cNvSpPr/>
          <p:nvPr/>
        </p:nvSpPr>
        <p:spPr>
          <a:xfrm>
            <a:off x="35661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2331720"/>
            <a:ext cx="566928" cy="566928"/>
          </a:xfrm>
          <a:prstGeom prst="ellipse">
            <a:avLst/>
          </a:prstGeom>
          <a:solidFill>
            <a:srgbClr val="2A3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24597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7033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dataset, runs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in a sandbox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61888" y="3063240"/>
            <a:ext cx="36576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15" name="Shape 11"/>
          <p:cNvSpPr/>
          <p:nvPr/>
        </p:nvSpPr>
        <p:spPr>
          <a:xfrm>
            <a:off x="65379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06640" y="2331720"/>
            <a:ext cx="566928" cy="566928"/>
          </a:xfrm>
          <a:prstGeom prst="ellipse">
            <a:avLst/>
          </a:prstGeom>
          <a:solidFill>
            <a:srgbClr val="2A3A8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656" y="245973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751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agent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6751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documents from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outputs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33688" y="3063240"/>
            <a:ext cx="365760" cy="36576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21" name="Shape 16"/>
          <p:cNvSpPr/>
          <p:nvPr/>
        </p:nvSpPr>
        <p:spPr>
          <a:xfrm>
            <a:off x="9509760" y="210312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96167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37844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56" y="245973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4692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verify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9646920" y="3456432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links, code,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— then iterate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agent's output is the next agent's input. The human stays in the loop at every hand-off.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548640" y="54406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pipeline is what you build in the next 40 minutes — in one Cowork session.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agents do well — and where they fail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wins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literature sweeps with linked, checkable sources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plotting boilerplate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translation, refactoring, documentation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drafts constrained to evidence you supply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2940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failure modes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629400" y="2331720"/>
            <a:ext cx="4663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Ungrounded citations — plausible but fake references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methodological choices (splits, metrics, priors)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runs — same prompt, different result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prose on shallow analysis — depth is on you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agents in published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1527962"/>
            <a:ext cx="281635" cy="2816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990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citation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4754880" y="139903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trust references with working links to real sources — click them before they enter a manuscript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3500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2" y="2460650"/>
            <a:ext cx="281635" cy="2816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331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generated code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754880" y="2331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shows the code it ran and saves it — read it before results enter a paper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3393338"/>
            <a:ext cx="281635" cy="2816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264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754880" y="3264408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session's files, code, and logs together; agent runs are stochastic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215384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4326026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1970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4754880" y="41970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requires disclosing AI-generated text and bars AI authorship — check your venue's current policy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514807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5258714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1297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4754880" y="512978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plan's data policy before sharing unpublished data; enterprise/team plans offer stronger controls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what you will build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600200" y="1554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scan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198424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searches live sources → screened table of 5 papers with links + synthesis, on YOUR topic (10 min)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00200" y="28803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00200" y="3310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fetches the UCI concrete dataset, writes &amp; runs the analysis in its sandbox, saves figures + a report (12 min)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20624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00200" y="4206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+ system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00200" y="46360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Related Work &amp; Results as a Word doc from A + B; stretch: save the workflow as a reusable skill (10 min)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 desktop app (or Claude Code)  +  any paid Claude plan — no API keys, no notebooks, no installs beyond the app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set up now (3 minutes)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A3A8C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76479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7981" y="1885493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00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Open the Claude desktop app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20240" y="2057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claude.ai/download (macOS / Windows) — sign in with a paid plan (Pro or higher)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A3A8C"/>
          </a:solidFill>
          <a:ln/>
        </p:spPr>
      </p:sp>
      <p:sp>
        <p:nvSpPr>
          <p:cNvPr id="9" name="Shape 6"/>
          <p:cNvSpPr/>
          <p:nvPr/>
        </p:nvSpPr>
        <p:spPr>
          <a:xfrm>
            <a:off x="1097280" y="313639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81" y="3257093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2971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Start Cowork + connect a folder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192024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folder called intcec-workshop and select it in Cowork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60" y="420624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2A3A8C"/>
          </a:solidFill>
          <a:ln/>
        </p:spPr>
      </p:sp>
      <p:sp>
        <p:nvSpPr>
          <p:cNvPr id="14" name="Shape 10"/>
          <p:cNvSpPr/>
          <p:nvPr/>
        </p:nvSpPr>
        <p:spPr>
          <a:xfrm>
            <a:off x="1097280" y="4507992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4628693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Paste the warm-up prompt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920240" y="48006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handout — thumbs up when Claude answers and creates its first file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paid plan? Pair with a neighbor — the exercises work well two-to-a-screen.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40 minutes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926080" y="155448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check — everyone's Claude answered the warm-up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EF4F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0:05–0:15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4231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· literature scan on your own topic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918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0:15–0:27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329184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· data analysis — watch it work, then audit the code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EE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60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0:27–0:37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41605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· Word-doc draft; stretch: save a reusable skill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0:37–0:40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50292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Wrap: responsible-use checklist &amp; resources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0881360" y="38404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061" y="504749"/>
            <a:ext cx="307238" cy="3072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it back to your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83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files are yours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120640" y="178308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Claude made today is in your workshop folder — reuse, extend, rerun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68680" y="278892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71216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7432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 skill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120640" y="274320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any recurring workflow once; run it on every new topic or dataset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374904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8313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703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tools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5120640" y="370332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connectors put your Drive, Zotero-style libraries, and databases in reach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68680" y="470916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791456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6634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5120640" y="46634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one verifiable stage of your workflow before building pipelines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  ·   Harun Pirim   ·   1p1r1m1@gmail.com   ·   docs.claude.com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2026-08-02T02:48:23Z</dcterms:created>
  <dcterms:modified xsi:type="dcterms:W3CDTF">2026-08-02T02:48:23Z</dcterms:modified>
</cp:coreProperties>
</file>