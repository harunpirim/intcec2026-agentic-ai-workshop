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1 hour total: 20 min concepts, 40 min hands-on where everyone builds a working three-agent research pipeline on their own laptop, free and open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trajectory in 2 minutes. Emphasize the last card: the frontier is composing agents into systems, which is exactly what attendees will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One-sentence definition attendees should retain: LLM + tools + memory in a loop. Everything in the hands-on maps to these three components.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is the motivation: grounding and execution. Mention hallucinated-reference problem explicitly — this audience has seen it. Agents constrain it by pulling from real APIs.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Tool-agnostic framing: the concepts transfer. We use open source today so every attendee can run it free, keep it after the workshop, and swap in local models for sensitive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oversell any one framework — selection depends on control vs. speed. smolagents chosen for the workshop because setup fits in 3 minutes and the code is short enough to read on a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slide — the workshop title. Systems beat single prompts because each stage is grounded and checkable. Stress the fourth box: the human verification stage is part of the system, not an afterthought.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Evidence-based framing: agents shift where your time goes — from producing to verifying. The failure modes are exactly why the pipeline ends with a human verification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 here — faculty care most about this slide. IEEE policy point: as of 2026, disclosure of AI-generated text is required and AI cannot be listed as an author; policies evolve, so attendees must check at submission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notebook is pre-built; they run, then modify. Part A they personalize to their own research topic — that's the hook.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up during the transition. The Colab link is live via the GitHub repo (README has the one-click badge). An optional bit.ly of it makes typing from the projector easier.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Timeboxes are strict; the notebook is designed so a straggler can skip a 'your turn' block and stay synchronized at the next part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'start small' advice: pick one stage of their workflow that is easy to verify (lit sweeps, EDA) rather than trying to automate the whole research process on day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as a System for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Research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workshop with open-source agent frameworks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466344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476402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4663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Harun Pirim  ·  INTCEC 2026, Chicago  ·  September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chatbots to agents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468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from parametric memory. No tools, no verification.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01568" y="18288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30168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30168" y="2468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tool use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30168" y="30632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call search, code, APIs. Answers become grounded.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54496" y="18288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83096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83096" y="2468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tools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83096" y="30632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Code, Codex, Gemini CLI: multi-step loops that plan, act, iterate.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07424" y="18288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36024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36024" y="2468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systems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336024" y="30632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specialized agents composed into pipelines — this workshop.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shift: from asking a model questions to delegating tasks it completes with tools.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an agent: the loop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920240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188720" y="21214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26700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next step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34840" y="1920240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09160" y="21214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709160" y="26700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 tool / write code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55280" y="1920240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0" y="21214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0" y="26700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result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977640" y="2423160"/>
            <a:ext cx="411480" cy="365760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0" y="2423160"/>
            <a:ext cx="411480" cy="365760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5204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the task is done — or the agent decides to stop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434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4545482"/>
            <a:ext cx="281635" cy="28163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08760" y="44165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508760" y="4800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engine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617720" y="4434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362" y="4545482"/>
            <a:ext cx="281635" cy="28163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03520" y="44165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5303520" y="4800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code execution, databases, instruments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8412480" y="4434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122" y="4545482"/>
            <a:ext cx="281635" cy="28163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098280" y="44165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9098280" y="4800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+ intermediate results carried across steps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= LLM + tools + memory, run in a loop with a goal.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research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91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workflow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copy-paste context in, answers out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may be fabricated (no grounding)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run your analysis or check its own claims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mediated by you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63640" y="141732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29400" y="1691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workflow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629400" y="233172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papers from live databases — citations are verifiable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AND executes analysis code, sees errors, retries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steps: search → analyze → draft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supervise checkpoints instead of doing every step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landscape — two routes 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737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18580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737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agentic tools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645920" y="21214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polished, subscription/API-priced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269748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/ Cowork (Anthropic)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(OpenAI) · Gemini CLI (Google)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agents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loop, tools, sandboxing built in — near-zero setup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budget exists and data can leave your machine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41732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1737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101" y="185806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737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frameworks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360920" y="21214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inspectable, provider-agnostic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675120" y="269748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smolagents (Hugging Face) — minimal, code-first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— explicit graphs, production control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— role-based agent teams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(Microsoft) — conversational multi-agent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any model: free API tiers or local via Ollama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loop underneath. Today's hands-on uses the open-source route — no paid accounts.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an open-source framework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642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smolagents   ← today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setup; agent writes &amp; runs code directly. Ideal for research prototyping — our pick today.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0" y="16642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83680" y="21488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of explicit states &amp; edges. Most control, audit trails, rollback — production pipelines.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37673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8680" y="42519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roles, goals, tools; the crew collaborates. Least boilerplate for multi-agent teams.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63640" y="356616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37673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83680" y="42519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converse to solve tasks. Strong for simulation of review/critique loops.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are provider-agnostic: same code runs on Gemini, Groq, OpenAI, Anthropic, or a local Ollama model.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view: a research pipeline of agents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210312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63040" y="2331720"/>
            <a:ext cx="566928" cy="566928"/>
          </a:xfrm>
          <a:prstGeom prst="ellipse">
            <a:avLst/>
          </a:prstGeom>
          <a:solidFill>
            <a:srgbClr val="2A3A8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056" y="245973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0175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agent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31520" y="345643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arXiv API,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&amp; synthesizes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971800" y="3063240"/>
            <a:ext cx="365760" cy="365760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9" name="Shape 6"/>
          <p:cNvSpPr/>
          <p:nvPr/>
        </p:nvSpPr>
        <p:spPr>
          <a:xfrm>
            <a:off x="3566160" y="210312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4840" y="2331720"/>
            <a:ext cx="566928" cy="566928"/>
          </a:xfrm>
          <a:prstGeom prst="ellipse">
            <a:avLst/>
          </a:prstGeom>
          <a:solidFill>
            <a:srgbClr val="2A3A8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245973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03320" y="30175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agent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703320" y="345643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dataset,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&amp; evaluates models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943600" y="3063240"/>
            <a:ext cx="365760" cy="365760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15" name="Shape 11"/>
          <p:cNvSpPr/>
          <p:nvPr/>
        </p:nvSpPr>
        <p:spPr>
          <a:xfrm>
            <a:off x="6537960" y="210312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406640" y="2331720"/>
            <a:ext cx="566928" cy="566928"/>
          </a:xfrm>
          <a:prstGeom prst="ellipse">
            <a:avLst/>
          </a:prstGeom>
          <a:solidFill>
            <a:srgbClr val="2A3A8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656" y="2459736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75120" y="30175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agent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675120" y="345643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sections from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outputs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915400" y="3063240"/>
            <a:ext cx="365760" cy="365760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21" name="Shape 16"/>
          <p:cNvSpPr/>
          <p:nvPr/>
        </p:nvSpPr>
        <p:spPr>
          <a:xfrm>
            <a:off x="9509760" y="210312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9616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378440" y="23317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6456" y="2459736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46920" y="30175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verify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9646920" y="345643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citations, code,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— then iterate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agent's output is the next agent's input. The human stays in the loop at every hand-off.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548640" y="54406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pipeline is what you build in the next 40 minutes.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agents do well — and where they fail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91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wins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literature sweeps with verifiable IDs from live APIs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&amp; plotting boilerplate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translation, refactoring, documentation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drafts constrained to evidence you supply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63640" y="141732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29400" y="1691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failure modes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629400" y="233172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Ungrounded citations — plausible but fake references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methodological choices (splits, metrics, priors)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runs — same prompt, different result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prose on shallow analysis — depth is on you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agents in published research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1527962"/>
            <a:ext cx="281635" cy="2816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3990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every citation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4754880" y="139903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trust references returned by a live database call (arXiv, Scopus, PubMed APIs)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3500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2460650"/>
            <a:ext cx="281635" cy="2816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331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generated code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4754880" y="2331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step logs before results enter a paper; the agent's choices are your responsibility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328269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3393338"/>
            <a:ext cx="281635" cy="28163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2644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4754880" y="326440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versions, set seeds, archive agent logs — agent runs are stochastic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4215384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4326026"/>
            <a:ext cx="281635" cy="28163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419709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4754880" y="4197096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requires disclosing AI-generated text and bars AI authorship — check your venue's current policy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40080" y="51480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722" y="5258714"/>
            <a:ext cx="281635" cy="28163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71600" y="512978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650" dirty="0"/>
          </a:p>
        </p:txBody>
      </p:sp>
      <p:sp>
        <p:nvSpPr>
          <p:cNvPr id="22" name="Text 15"/>
          <p:cNvSpPr/>
          <p:nvPr/>
        </p:nvSpPr>
        <p:spPr>
          <a:xfrm>
            <a:off x="4754880" y="512978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API tiers may train on your prompts; use local models (Ollama) for unpublished data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what you will build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00200" y="15544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agent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600200" y="198424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arXiv search tool → screened table of 5 papers + synthesis, on YOUR topic (10 min)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00200" y="28803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agent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600200" y="33101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&amp; runs pandas/sklearn on a concrete-strength dataset; model + figure + interpretation (12 min)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20624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600200" y="42062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agent + system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600200" y="463600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Related Work &amp; Results from A + B outputs; stretch: a manager agent delegating to workers (10 min)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623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(browser only)  +  smolagents  +  free Gemini or Groq API key — nothing installed locally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set up now (3 minutes)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2A3A8C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764792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7981" y="1885493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600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Open the notebook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920240" y="20574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github.com/harunpirim/intcec2026-agentic-ai-workshop → “Open the notebook in Colab”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283464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2A3A8C"/>
          </a:solidFill>
          <a:ln/>
        </p:spPr>
      </p:sp>
      <p:sp>
        <p:nvSpPr>
          <p:cNvPr id="9" name="Shape 6"/>
          <p:cNvSpPr/>
          <p:nvPr/>
        </p:nvSpPr>
        <p:spPr>
          <a:xfrm>
            <a:off x="1097280" y="3136392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981" y="3257093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20240" y="2971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Get a free API key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1920240" y="34290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aistudio.google.com/apikey  — no credit card  ·  backup: console.groq.com/keys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22960" y="420624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2A3A8C"/>
          </a:solidFill>
          <a:ln/>
        </p:spPr>
      </p:sp>
      <p:sp>
        <p:nvSpPr>
          <p:cNvPr id="14" name="Shape 10"/>
          <p:cNvSpPr/>
          <p:nvPr/>
        </p:nvSpPr>
        <p:spPr>
          <a:xfrm>
            <a:off x="1097280" y="4507992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981" y="4628693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20240" y="4343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Run the first two cells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1920240" y="48006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+ paste your key when prompted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early? Help a neighbor. Stuck? Raise your hand — helpers are circulating.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40 minutes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0:00–0:05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926080" y="15544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check — model responds for everyone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EEF4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23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0:05–0:15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26080" y="24231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· literature agent on your own topic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91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0:15–0:27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26080" y="32918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· data analysis agent + audit its code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EEF4F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60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0:27–0:37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26080" y="41605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· writing agent; stretch: manager agent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502920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29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0:37–0:40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926080" y="502920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Wrap: responsible-use checklist &amp; resources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0881360" y="384048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2061" y="504749"/>
            <a:ext cx="307238" cy="3072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it back to your lab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68680" y="182880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110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783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notebook is yours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120640" y="178308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with your own data &amp; topics; swap models freely (it's provider-agnostic)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68680" y="27889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871216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743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local for sensitive work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5120640" y="274320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any framework keeps unpublished data on your machine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68680" y="374904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831336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703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5120640" y="370332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smolagents · LangGraph · CrewAI · AutoGen — links in the handout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868680" y="470916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791456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4663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5120640" y="466344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one verifiable stage of your workflow before building pipelines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  ·   Harun Pirim   ·   1p1r1m1@gmail.com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2026-08-02T00:19:31Z</dcterms:created>
  <dcterms:modified xsi:type="dcterms:W3CDTF">2026-08-02T00:19:31Z</dcterms:modified>
</cp:coreProperties>
</file>